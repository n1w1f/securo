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9144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80560" y="914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SECURITY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 &amp; Asset Monitor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45920" y="320040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حارس رقمي يفحص جهازك، يعرف أي برنامج فيه ثغرة أمنية خطيرة فعلاً، ويقولك بالضبط وش تسوي — بدون ما تكون خبير تقني.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88920" y="448056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4480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وكلاء ذكاء اصطناعي متعاونين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35040" y="4480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4480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اختبار أمني حقيقي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0" y="44805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4480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مجاني 100%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المشكلة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تعرف إذا جهازك مهدد إلا بعد فوات الأوان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يوم تنكشف ثغرات أمنية جديدة بالبرامج اللي نستخدمها يومياً. أغلب الناس ما عندهم طريقة سهلة يعرفون فيها: هل البرنامج اللي عندي فيه هذي الثغرة؟ هل خطير فعلاً؟ وش أسوي الحين؟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566160" y="3264408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46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وقت مهدور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630168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تفحص كل برنامج بنفسك يدوياً؟ ساعات ضايعة، ونسبة كبيرة تنسى برامج كثيرة.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0" y="3264408"/>
            <a:ext cx="274320" cy="27432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46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ضجيج كاذب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630168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أدوات الفحص التقليدية ترمي عليك مئات التحذيرات، أغلبها نظرية وما تستاهل قلقك.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306324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064240" y="3264408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2461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حلول مكلفة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3630168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برامج الحماية المؤسسية غالباً باشتراك شهري، مو مناسبة لمستخدم عادي أو جهاز شخصي.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المستخدم المستهدف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لمين هذا المشروع؟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0" y="2395728"/>
            <a:ext cx="274320" cy="274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مستخدم عادي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6148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يستخدم جهاز Windows، يبي يطمّن على جهازه بدون ما يتعلّم أمن معلومات.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0" y="2395728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مطوّر / إدارة تقنية صغيرة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76148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يدير عدة أجهزة، يحتاج فحصاً دورياً تلقائياً بدون منصة سحابية مدفوعة.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1064240" y="2395728"/>
            <a:ext cx="274320" cy="27432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مهتم بالأمن السيبراني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276148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يبي يشوف نظام وكلاء ذكاء اصطناعي حقيقي، بحدود صلاحية صارمة، مبني باحترافية.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فكرة الحل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حارس رقمي، بدل ما تدوّر أنت بنفسك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تخيّل عندك فريق صغير من المساعدين: وحد يشوف وش مثبّت بجهازك، وحد يبحث هل فيه ثغرات معروفة له، وحد يتأكد هل الثغرة مستغلة فعلياً بالعالم الحقيقي، وأخيراً وحد يقرر ويحسب لك رقم واحد واضح من 0 إلى 100 يلخّص وضعك الأمني كامل.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29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مؤشر الصحة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5848" y="32918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3429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55848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النتائج المفحوصة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32918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3429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صفر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63056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تنفيذ تلقائي بلا إذنك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70264" y="32918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70264" y="3429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970264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محلي وبدون تكلفة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طريقة عمل النظام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مساعدين، كل واحد له مهمة واحدة بس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بدل برنامج واحد يسوي كل شي، كل وكيل هنا يقدر يسوي شي واحد فقط — هذا يخلي النظام آمن وسهل التحقق منه.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24912" y="2258568"/>
            <a:ext cx="274320" cy="274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40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المنسّق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24328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يشغّل باقي المساعدين بالترتيب ويجمع نتائجهم.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205740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86984" y="2258568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2240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فاحص البرامج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93592" y="2624328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يشوف وش مثبّت بجهازك — قراءة فقط.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205740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49056" y="2258568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2240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صائد الثغرات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55664" y="2624328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يبحث كل برنامج بقاعدة بيانات عالمية رسمية.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89136" y="205740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311128" y="2258568"/>
            <a:ext cx="274320" cy="27432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20" name="Text 18"/>
          <p:cNvSpPr/>
          <p:nvPr/>
        </p:nvSpPr>
        <p:spPr>
          <a:xfrm>
            <a:off x="9317736" y="2240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مدقق الاستغلال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17736" y="2624328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يتأكد هل الثغرة استُغلت فعلياً بحوادث حقيقية.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34340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24912" y="4544568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26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متخذ القرار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910328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يصنّف عاجل/ينتظر ويحسب مؤشر الصحة — بلا تنفيذ.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64992" y="434340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86984" y="4544568"/>
            <a:ext cx="274320" cy="27432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8" name="Text 26"/>
          <p:cNvSpPr/>
          <p:nvPr/>
        </p:nvSpPr>
        <p:spPr>
          <a:xfrm>
            <a:off x="3593592" y="4526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كاتب التقرير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93592" y="4910328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يجهّز التقرير النهائي الواضح.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27064" y="434340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49056" y="4544568"/>
            <a:ext cx="274320" cy="27432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32" name="Text 30"/>
          <p:cNvSpPr/>
          <p:nvPr/>
        </p:nvSpPr>
        <p:spPr>
          <a:xfrm>
            <a:off x="6455664" y="4526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مدير التحديثات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55664" y="4910328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يفحص ويثبّت تحديثات البرامج بعد موافقتك.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89136" y="4343400"/>
            <a:ext cx="2724912" cy="2148840"/>
          </a:xfrm>
          <a:prstGeom prst="roundRect">
            <a:avLst>
              <a:gd name="adj" fmla="val 5106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1311128" y="4544568"/>
            <a:ext cx="274320" cy="27432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6" name="Text 34"/>
          <p:cNvSpPr/>
          <p:nvPr/>
        </p:nvSpPr>
        <p:spPr>
          <a:xfrm>
            <a:off x="9317736" y="452628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المحلّل الذكي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317736" y="4910328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يشرح أي ثغرة بلغة بسيطة، ويجاوب أسئلتك.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 الـ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تدفّق العمل من الفحص حتى القرار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480560" y="169164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1A1229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0" y="1691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يبدأ الفحص تلقائياً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1A1229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يقرأ برامجك المثبتة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51460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1A1229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5146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يبحث ثغرات كل برنامج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01000" y="251460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1A1229"/>
          </a:solidFill>
          <a:ln w="15240">
            <a:solidFill>
              <a:srgbClr val="FF4D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2514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يتحقق من الاستغلال الحقيقي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333756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A1229"/>
          </a:solidFill>
          <a:ln w="15240">
            <a:solidFill>
              <a:srgbClr val="F5A5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3337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يصنّف: عاجل / ينتظر / معلوماتي + يحسب مؤشر الصحة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1A1229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60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تقرير واضح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4160520"/>
            <a:ext cx="3474720" cy="502920"/>
          </a:xfrm>
          <a:prstGeom prst="roundRect">
            <a:avLst>
              <a:gd name="adj" fmla="val 18182"/>
            </a:avLst>
          </a:prstGeom>
          <a:solidFill>
            <a:srgbClr val="1A1229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إشعار فوري لو فيه شي عاجل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01000" y="4160520"/>
            <a:ext cx="3520440" cy="502920"/>
          </a:xfrm>
          <a:prstGeom prst="roundRect">
            <a:avLst>
              <a:gd name="adj" fmla="val 18182"/>
            </a:avLst>
          </a:prstGeom>
          <a:solidFill>
            <a:srgbClr val="1A1229"/>
          </a:solidFill>
          <a:ln w="15240">
            <a:solidFill>
              <a:srgbClr val="3DDC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4160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أنت تقرر: تحدّث أو تؤجّل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06440" y="3017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06440" y="3840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الأدوات المستخدمة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الأدوات مجانية ورسمية — صفر اشتراك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332720" y="21031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EC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955280" y="210312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210312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NVD الرسمية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1031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قائمة CISA للاستغلال الفعلي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ECE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03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0" y="288036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880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ذكاء اصطناعي محلي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94960" y="288036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— تصميم 3D محلي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68880" y="288036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880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فحص تلقائي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الشريحتين الجايتين تشرحون أهم أداتين بالتفصيل: قاعدة NVD، والذكاء الاصطناعي المحلي Ollama.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شرح مبسّط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وش هو NVD؟ ووش فايدة مفتاح NVD؟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0D22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057400"/>
            <a:ext cx="685800" cy="6858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 = القاعدة الرسمية الأمريكية لكل الثغرات الأمنية المعروفة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موقع حكومي رسمي (nvd.nist.gov) يوثّق كل ثغرة أمنية مكتشفة بأي برنامج بالعالم، مجاني للجميع، يحدَّث باستمرار. برنامجنا يسأله: هل عندك ثغرات مسجّلة لهذا البرنامج بهذا الإصدار؟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0D22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0" y="3703320"/>
            <a:ext cx="685800" cy="6858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مفتاح NVD — اختياري بالكامل، مجاني، بريد إلكتروني بس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بدون مفتاح، الموقع يسمح بعدد طلبات محدود بالدقيقة فيصير الفحص أبطأ. المفتاح (تسجيل مجاني ببريدك من موقع NVD نفسه) يرفع السرعة حتى 10 أضعاف. التطبيق يشتغل تمام بدونه — بس أبطأ شوي.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شرح مبسّط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وش هو Ollama؟ وليش الذكاء الاصطناعي محلي؟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0D22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057400"/>
            <a:ext cx="685800" cy="6858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= برنامج مجاني يشغّل نموذج ذكاء اصطناعي على جهازك أنت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بدل ما نرسل بياناتك لشركة خارجية وندفع اشتراك، Ollama يحمّل نموذج ذكاء اصطناعي صغير ويشغّله مباشرة على جهازك — بلا إنترنت وقت الاستخدام، بلا اشتراك، وبياناتك ما تطلع من جهازك أبداً.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50D22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0" y="3703320"/>
            <a:ext cx="685800" cy="68580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2" name="Text 10"/>
          <p:cNvSpPr/>
          <p:nvPr/>
        </p:nvSpPr>
        <p:spPr>
          <a:xfrm>
            <a:off x="996696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وش يسوي بالتطبيق؟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يشرح أي ثغرة بلغة بسيطة، يجاوب أسئلتك الطبيعية عن تقريرك، ويعيد تقييم النتائج ليقلّل التحذيرات الكاذبة. اختياري بالكامل — التطبيق يشتغل بدونه، بس بدون هذي الميزات الذكية.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 والتحديات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أرقام حقيقية، وتحديات حقيقية واجهناها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126/126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اختبار أمني ناجح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5848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355848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فئة اختبار هجوم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63056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63056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تكلفة تشغيل شهرية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70264" y="16002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70264" y="1737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70264" y="23774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نجاح الفحص عند كل تحديث كود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3447288"/>
            <a:ext cx="274320" cy="274320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تحديات واجهناها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813048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المطابقة النصية للثغرات تنتج ضجيجاً هائلاً — عولجت بحساب مؤشر صحة يركّز على الخطر القابل للتصرف فعلياً فقط، لا كل تطابق نظري.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24612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109960" y="3447288"/>
            <a:ext cx="274320" cy="27432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مستقبلي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3813048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مطابقة أدق لتقليل الضجيج أكثر، دعم أنظمة تشغيل إضافية، تصدير التقرير كـPDF للمشاركة المؤسسية.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50D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92640" y="457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جرّبه بنفسك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مجاني، مفتوح المصدر، جاهز الآن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280160" y="1828800"/>
            <a:ext cx="9601200" cy="2834640"/>
          </a:xfrm>
          <a:prstGeom prst="roundRect">
            <a:avLst>
              <a:gd name="adj" fmla="val 5161"/>
            </a:avLst>
          </a:prstGeom>
          <a:solidFill>
            <a:srgbClr val="150D22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0" dist="76200" dir="5400000">
              <a:srgbClr val="A855F7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80160" y="2057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github.com/N1W1F/threat-intel-agent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37360" y="26974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74520" y="2697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  </a:t>
            </a:r>
            <a:pPr algn="r" indent="0" marL="0">
              <a:buNone/>
            </a:pPr>
            <a:r>
              <a:rPr lang="en-US" sz="115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افتح صفحة المستودع على GitHub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6974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697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  </a:t>
            </a:r>
            <a:pPr algn="r" indent="0" marL="0">
              <a:buNone/>
            </a:pPr>
            <a:r>
              <a:rPr lang="en-US" sz="115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نزّل من صفحة Releases (ملف exe جاهز)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89520" y="26974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A1229"/>
          </a:solidFill>
          <a:ln w="12700">
            <a:solidFill>
              <a:srgbClr val="2A1B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2697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  </a:t>
            </a:r>
            <a:pPr algn="r" indent="0" marL="0">
              <a:buNone/>
            </a:pPr>
            <a:r>
              <a:rPr lang="en-US" sz="1150" dirty="0">
                <a:solidFill>
                  <a:srgbClr val="E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شغّله مباشرة — Windows فقط، بلا تثبيت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63040" y="370332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90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أو من الكود المصدري:  pip install -r requirements.txt   ثم   python app/desktop_app.py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280160" y="4892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ميزات الذكاء الاصطناعي تحتاج Ollama مثبّت محلياً (اختياري، مجاني) — التطبيق يشتغل بدونه بكل وظائفه الأساسية.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2026-07-21T01:51:14Z</dcterms:created>
  <dcterms:modified xsi:type="dcterms:W3CDTF">2026-07-21T01:51:14Z</dcterms:modified>
</cp:coreProperties>
</file>